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93" r:id="rId3"/>
    <p:sldId id="28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63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인공지능과 미디어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이해 · LLM · 챗봇 · </a:t>
            </a:r>
            <a:r>
              <a:rPr lang="en-US" sz="16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| 경희대학교 미디어학과 | 2026. 3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'인공지능과 미디어'인가?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0690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58368"/>
            <a:ext cx="54864" cy="2423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94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미디어에 AI가 들어왔다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221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/>
              <a:t>📝 텍스트: </a:t>
            </a:r>
            <a:r>
              <a:rPr lang="en-US" sz="930" dirty="0"/>
              <a:t>마케터의 85%가 기사·블로그·SNS 글 작성에 AI 활용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/>
              <a:t>  (CoSchedule, 2025)</a:t>
            </a:r>
            <a:endParaRPr lang="en-US" sz="930" dirty="0"/>
          </a:p>
          <a:p>
            <a:pPr marL="0" indent="0">
              <a:buNone/>
            </a:pPr>
            <a:r>
              <a:rPr lang="en-US" sz="930" b="1" dirty="0"/>
              <a:t>🖼️ 이미지: </a:t>
            </a:r>
            <a:r>
              <a:rPr lang="en-US" sz="930" dirty="0"/>
              <a:t>소셜미디어 이미지의 약 70%가 Midjourney·DALL-E 등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/>
              <a:t>  AI 도구로 제작·보정 (SQMagazine, 2025)</a:t>
            </a:r>
            <a:endParaRPr lang="en-US" sz="930" dirty="0"/>
          </a:p>
          <a:p>
            <a:pPr marL="0" indent="0">
              <a:buNone/>
            </a:pPr>
            <a:r>
              <a:rPr lang="en-US" sz="930" b="1" dirty="0"/>
              <a:t>🎬 영상: </a:t>
            </a:r>
            <a:r>
              <a:rPr lang="en-US" sz="930" dirty="0"/>
              <a:t>기업의 90%+가 영상 마케팅 활용, 75%가 AI로 영상 제작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/>
              <a:t>  (Wyzowl, 2025)</a:t>
            </a:r>
            <a:endParaRPr lang="en-US" sz="930" dirty="0"/>
          </a:p>
          <a:p>
            <a:pPr marL="0" indent="0">
              <a:buNone/>
            </a:pPr>
            <a:r>
              <a:rPr lang="en-US" sz="930" b="1" dirty="0"/>
              <a:t>🎤 음성: </a:t>
            </a:r>
            <a:r>
              <a:rPr lang="en-US" sz="930" dirty="0"/>
              <a:t>팟캐스트 청취자 5.8억 명 돌파. Whisper 등 AI 기반 음성→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/>
              <a:t>  텍스트 변환·자동 편집이 업계 표준으로 정착 (Statista, 2025)</a:t>
            </a:r>
            <a:endParaRPr lang="en-US" sz="930" dirty="0"/>
          </a:p>
          <a:p>
            <a:pPr marL="0" indent="0">
              <a:buNone/>
            </a:pPr>
            <a:r>
              <a:rPr lang="en-US" sz="930" b="1" dirty="0"/>
              <a:t>📊 데이터: </a:t>
            </a:r>
            <a:r>
              <a:rPr lang="en-US" sz="930" dirty="0"/>
              <a:t>전 세계 조직의 78%가 최소 1개 업무에 AI 도입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/>
              <a:t>  (Stanford AI Index, 2025)</a:t>
            </a:r>
            <a:endParaRPr lang="en-US" sz="930" dirty="0"/>
          </a:p>
          <a:p>
            <a:pPr marL="0" indent="0">
              <a:buNone/>
            </a:pPr>
            <a:r>
              <a:rPr lang="en-US" sz="930" b="1" dirty="0"/>
              <a:t>📱 플랫폼: </a:t>
            </a:r>
            <a:r>
              <a:rPr lang="en-US" sz="930" dirty="0"/>
              <a:t>유튜브·틱톡·인스타 등 콘텐츠 추천의 80%+가 AI 알고리즘</a:t>
            </a:r>
          </a:p>
          <a:p>
            <a:pPr marL="0" indent="0">
              <a:buNone/>
            </a:pPr>
            <a:r>
              <a:rPr lang="en-US" sz="820" dirty="0"/>
              <a:t>  으로 작동 (SQMagazine, 2025)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754880" y="658368"/>
            <a:ext cx="40690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658368"/>
            <a:ext cx="54864" cy="2423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694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전공에게 AI가 필수인 이유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987552"/>
            <a:ext cx="38221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저널리즘</a:t>
            </a:r>
            <a:r>
              <a:rPr lang="en-US" sz="930" dirty="0"/>
              <a:t> — 뉴스룸의 87%가 생성형 AI로 취재·편집·배포를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30" dirty="0"/>
              <a:t>변화시키는 중. 2026년 에이전틱 AI가 기사 작성부터 배포까지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/>
              <a:t>워크플로우를 자동화할 전망 (Reuters Institute, 2025~2026)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/>
              <a:t>콘텐츠 마케팅</a:t>
            </a:r>
            <a:r>
              <a:rPr lang="en-US" sz="930" dirty="0"/>
              <a:t> — AI 콘텐츠 제작 시장이 2033년 $106억 규모로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/>
              <a:t>성장 전망. 연평균 19.4% 성장 (Grand View Research, 2025)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/>
              <a:t>소셜미디어·광고</a:t>
            </a:r>
            <a:r>
              <a:rPr lang="en-US" sz="930" dirty="0"/>
              <a:t> — AI 소셜 시장 2034년 $540억 전망, 연평균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30" dirty="0"/>
              <a:t>36.3% 성장 (ElectroIQ/SNS Insider, 2025). 마케터의 54%가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/>
              <a:t>ChatGPT 등 AI 플랫폼 광고 투자 확대 계획 (Mediaocean, 2025.11)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/>
              <a:t>영상·방송</a:t>
            </a:r>
            <a:r>
              <a:rPr lang="en-US" sz="930" dirty="0"/>
              <a:t> — Sora·Runway·Veo로 텍스트만으로 영상을 생성하는</a:t>
            </a:r>
            <a:endParaRPr lang="en-US" sz="950" dirty="0"/>
          </a:p>
          <a:p>
            <a:pPr marL="0" indent="0">
              <a:buNone/>
            </a:pPr>
            <a:r>
              <a:rPr lang="en-US" sz="820" dirty="0"/>
              <a:t>시대 개막. Channel 4(UK) AI 앵커 'Arti' 도입 (Reuters, 2025.10)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218688"/>
            <a:ext cx="8503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18688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2552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</a:t>
            </a:r>
            <a:r>
              <a:rPr lang="en-US" sz="1400" b="1" dirty="0" err="1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수업에서</a:t>
            </a: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학습할</a:t>
            </a:r>
            <a:r>
              <a:rPr lang="en-US" altLang="ko-KR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54787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AI로 텍스트·이미지·영상·음성 데이터 수집·분석 (멀티모달 LLM)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LLM API로 뉴스·콘텐츠 자동 분석 파이프라인 구축 (배치 처리)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임베딩 + ChromaDB 기반 RAG 챗봇 개발 및 배포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54787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LangGraph 에이전트 워크플로우 설계 (멀티에이전트 시스템)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Gradio/Streamlit UI 구현 → HF Spaces/Firebase 배포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✦ </a:t>
            </a:r>
            <a:r>
              <a:rPr lang="en-US" sz="1000" dirty="0">
                <a:solidFill>
                  <a:srgbClr val="374151"/>
                </a:solidFill>
              </a:rPr>
              <a:t>Vertical AI(도메인 특화 AI) </a:t>
            </a:r>
            <a:r>
              <a:rPr lang="en-US" sz="1000" dirty="0" err="1">
                <a:solidFill>
                  <a:srgbClr val="374151"/>
                </a:solidFill>
              </a:rPr>
              <a:t>프로젝트</a:t>
            </a:r>
            <a:r>
              <a:rPr lang="en-US" sz="1000" dirty="0">
                <a:solidFill>
                  <a:srgbClr val="374151"/>
                </a:solidFill>
              </a:rPr>
              <a:t> 기획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AI 핵심 트렌드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54864" cy="1874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50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AI 통합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4356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텍스트+이미지+영상+음성을 하나의 모델이 통합 처리하는 것이 기본값. Gemini 3 (100만 토큰), GPT-5 (400K 토큰), Claude 4.5가 네이티브 멀티모달 지원. o3/o4-mini는 "이미지로 사고"하며 시각 정보를 추론 과정에 직접 통합.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54864" cy="1874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850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모델 (Reasoning)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4356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"느리게 깊이 생각하는" AI. OpenAI o3/o4-mini (2025.4)는 AIME 수학경시 92.7%, 도구 사용 시 99.5% 달성. DeepSeek-R1은 오픈소스로 GPT급 추론 제공. GPT-5.2 Thinking은 사용자가 추론 깊이(Fast/Standard/Extended)를 조절.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777240"/>
            <a:ext cx="54864" cy="1874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850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0488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LLM 급성장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4356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Llama 4 (Meta), Qwen 3 (Alibaba), DeepSeek V3.2가 GPT-5급 성능을 무료 공개. DeepSeek-R1은 $0.07/M 토큰으로 비용 혁신. OpenAI도 gpt-oss-120b 오픈소스 공개. 한국어 성능도 크게 향상.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2907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에이전틱 AI (Agentic AI)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자율적으로 계획·도구 사용·실행하는 AI 에이전트가 2026년 최대 키워드. ICLR 2026 최다 논문 주제. AI 에이전트 </a:t>
            </a:r>
            <a:r>
              <a:rPr lang="en-US" sz="920" dirty="0" err="1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</a:t>
            </a: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46.3% 성장 (2025 $78억→2030 $526억). Claude Code, Gemini CLI, Codex CLI 등 코딩 에이전트 실용화.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34640"/>
            <a:ext cx="54864" cy="1874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2907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10128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/ A2A 프로토콜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간 통신의 "HTTP 표준". Anthropic MCP (2024.11~)는 에이전트↔도구 연결 표준화, Google A2A는 이기종 에이전트 간 통신 정의. IBM ACP도 가세. 2025년 도입기 → 2026년 멀티에이전트 프로덕션 전환의 핵심 인프라.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834640"/>
            <a:ext cx="54864" cy="1874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907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90488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규제 본격화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2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 세계 최초 포괄 규제 시행. 미국 NIST AI Framework 사이버보안 프로파일 발표 (2025.12). 한국 AI 기본법 추진. 딥페이크 처벌법 확산. 뉴스룸 AI 사용 투명성 공개가 새로운 윤리 표준.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인공지능: 개념과 유형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AI란 무엇인가 — 정의, 학습 방법, 핵심 기술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인공지능(AI)이란?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정의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인공지능(AI): 컴퓨터가 언어, 음성, 이미지, 영상 등의 데이터를 인식하고, 분석(분류·예측)하거나, 생성하는 기술과 시스템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</a:rPr>
              <a:t>AI의 학습 방법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지도학습 (Supervised): 정답이 있는 데이터로 학습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  → 이미지 분류, 감성 분석, 스팸 필터링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비지도학습 (Unsupervised): 정답 없이 패턴 발견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  → 클러스터링, 토픽 모델링, 이상치 탐지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강화학습 (Reinforcement): 보상 최대화 학습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  → 게임 AI, 로봇, ChatGPT의 RLHF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전이학습 (Transfer): 사전학습 모델을 새 작업에 적용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  → BERT, GPT 등 파인튜닝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86000"/>
            <a:ext cx="54864" cy="2377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377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</a:rPr>
              <a:t>인공신경망 진화 계보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퍼셉트론 (1958) → 다층 신경망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CNN (1998) → 이미지 인식 혁명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RNN/LSTM → 순차 데이터 (텍스트, 음성)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Transformer (2017) → Self-Attention 메커니즘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BERT (2018) → 양방향 인코더, 문맥 이해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GPT (2018→2025) → 자기회귀 생성 모델</a:t>
            </a:r>
            <a:endParaRPr lang="en-US" sz="1300" dirty="0"/>
          </a:p>
          <a:p>
            <a:pPr marL="0" indent="0">
              <a:buNone/>
            </a:pPr>
            <a:r>
              <a:rPr lang="en-US" sz="1150" dirty="0"/>
              <a:t>멀티모달 LLM (2024~) → 텍스트+이미지+영상+음성</a:t>
            </a:r>
            <a:endParaRPr lang="en-US" sz="1300" dirty="0"/>
          </a:p>
          <a:p>
            <a:pPr marL="0" indent="0">
              <a:buNone/>
            </a:pPr>
            <a:r>
              <a:rPr lang="en-US" sz="1150" dirty="0"/>
              <a:t>에이전틱 AI (2025~) → 도구 사용 + 자율 실행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다루는 미디어 데이터 4가지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기사, 댓글, 리뷰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감성분석, 분류, 요약, 번역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챗봇, 자동 기사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22960"/>
            <a:ext cx="54864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사진, 소셜미디어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분류, 객체 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인식, 세그멘테이션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22960"/>
            <a:ext cx="54864" cy="3291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006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영상, 유튜브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키프레임 추출, 행동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딥페이크 탐지, 자막 생성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8229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22960"/>
            <a:ext cx="54864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인터뷰, 방송, 팟캐스트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STT(음성→텍스트), TTS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화자 인식, 감정 분석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핵심: 멀티모달 LLM이 4가지 미디어를 하나의 모델로 통합 처리 (Gemini 3, GPT-5, Claude 4)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텍스트에서의 인공지능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NLP에서 LLM까지 — 자연어 처리의 진화와 활용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AI: 자연어 처리(NLP)의 핵심 작업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처리(NLP): 컴퓨터가 인간의 언어를 이해·해석·분석·생성하는 기술 분야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감성분석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뉴스·댓글·리뷰를 긍정/부정/중립 분류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선거 여론 분석, 브랜드 평판 모니터링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 번역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DeepL, Google Translate, Papago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 기반 맥락 인식 번역의 급성장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요약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추출적 요약 vs 생성적 요약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긴 문서를 핵심만 정리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혐오글 탐지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혐오표현 자동 감지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KcBERT 등 한국어 특화 모델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추출(NER)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인물, 장소, 조직, 날짜 자동 인식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기사에서 핵심 엔티티 추출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/ 생성형 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ChatGPT, Gemini, Claude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인터페이스로 정보 제공·창작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기술: Transformer → BERT → GPT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Transformer (2017)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"Attention Is All You Need"</a:t>
            </a:r>
            <a:endParaRPr lang="en-US" sz="10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Self-Attention: 문장 내 모든 단어 간 관계를 동시에 계산</a:t>
            </a:r>
            <a:endParaRPr lang="en-US" sz="10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병렬 처리 가능 → RNN 대비 학습 속도 획기적 향상</a:t>
            </a:r>
            <a:endParaRPr lang="en-US" sz="10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인코더-디코더 구조</a:t>
            </a:r>
            <a:endParaRPr lang="en-US" sz="1050" dirty="0"/>
          </a:p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→ 이후 모든 LLM의 기반 아키텍처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77724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BERT (2018, Google)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양방향 인코더 모델</a:t>
            </a: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4B5563"/>
                </a:solidFill>
              </a:rPr>
              <a:t>학습 방법: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  MLM: 빈칸 채우기로 문맥 학습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  NSP: 문장 간 관계 파악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강점: 텍스트 분류, 감성분석, NER 등 "이해" 작업에 탁월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한국어: KcBERT, KcELECTRA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Sentence-BERT → 문장 임베딩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777240"/>
            <a:ext cx="54864" cy="3657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 (2018→2025+)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자기회귀 디코더 모델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다음 토큰 예측으로 텍스트 생성</a:t>
            </a: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4B5563"/>
                </a:solidFill>
              </a:rPr>
              <a:t>진화: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  GPT-3: Few-shot 학습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  GPT-4: 멀티모달, 추론 강화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  GPT-5: 400K 토큰, 환각 감소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Instruction Tuning + RLHF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→ ChatGPT, Gemini, Claude의 핵심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이미지에서의 인공지능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비전 — 분류, 탐지, 세그멘테이션, 생성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비전(Computer Vision)의 핵심 작업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783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분류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(Classification)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이미지를 카테고리로 분류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고양이/개, 실내/실외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CNN → ViT(Vision Transformer)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777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777240"/>
            <a:ext cx="54864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868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(Object Detection)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내 객체 위치+분류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Bounding Box 표시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YOLO, RT-DETR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7724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868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(Segmentation)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픽셀 단위로 객체 영역 분할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시맨틱/인스턴스 세그멘테이션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 (Segment Anything)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4320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추정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(Pose Estimation)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인체 관절 위치 파악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얼굴/팔/다리 키포인트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OpenPose, MediaPipe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743200"/>
            <a:ext cx="54864" cy="1783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인식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(Face Recognition)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식별 + 감정 분류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DeepFace, FaceNet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보안, 미디어 분석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74320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생성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(Generation)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텍스트→이미지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Stable Diffusion, DALL-E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Midjourney, Flux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영상·음성에서의 인공지능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비디오 분석, 음성 인식, 딥페이크 — 멀티모달의 시대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AI + 음성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🎬 영상(Video)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키프레임 추출: 영상에서 대표 이미지 자동 선별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행동 인식: 영상 속 인물의 행위 분류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감시 카메라 분석: 이상 행동 탐지, 교통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스포츠 분석: 선수 추적, 전술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자율주행: 도로·보행자·신호 실시간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딥페이크 탐지: 합성 영상 위변조 탐지</a:t>
            </a:r>
          </a:p>
          <a:p>
            <a:pPr marL="0" indent="0">
              <a:buNone/>
            </a:pPr>
            <a:r>
              <a:rPr lang="en-US" sz="1100" dirty="0"/>
              <a:t>영상 생성: Sora, Runway, Veo 등 텍스트→영상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 음성(Audio)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3D"/>
                </a:solidFill>
              </a:rPr>
              <a:t>STT (Speech-to-Text)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음성→텍스트 변환. Whisper, 클로바노트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회의록, 자막 생성, 인터뷰 전사에 활용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B3D"/>
                </a:solidFill>
              </a:rPr>
              <a:t>TTS (Text-to-Speech)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텍스트→음성 변환. ElevenLabs, 특정 인물 음성 복제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B3D"/>
                </a:solidFill>
              </a:rPr>
              <a:t>음성 비서 (Voice Assistant)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Alexa, Siri → 이제 LLM 기반 대화형 비서로 진화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B3D"/>
                </a:solidFill>
              </a:rPr>
              <a:t>음성 생체인식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음성 고유 특징으로 본인 인증·보안 시스템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시대: 대규모 언어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ChatGPT에서 에이전트까지 — LLM이 바꾸는 미디어 세계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LLM(Large Language Model)이란?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정의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LLM(대규모 언어 모델): 수십~수천억 개의 매개변수를 가진 Transformer 기반 모델. 대규모 텍스트 데이터로 사전학습한 뒤, 인간 피드백(RLHF)으로 정렬하여 다양한 언어 작업을 수행.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핵심 능력: 텍스트 생성, 요약, 번역, 코딩, 추론, 분석 — 하나의 모델로 수백 가지 작업 수행 (범용 AI)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767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GPT-5 / o3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400K 토큰, 멀티모달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추론, 코딩, 범용성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Gemini 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100만+ 토큰, 멀티모달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문서, 검색 연동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4.5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Anthropic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200K 토큰, 안전성 중시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장문 분석, 코딩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Llama 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Meta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오픈소스, 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커스터마이징, 로컬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DeepSeek R1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DeepSeek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오픈소스 추론 모델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수학·코딩 추론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Qwen 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Alibaba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오픈소스, 다국어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중국어+다국어, 효율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API의 구조와 핵심 개념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LLM API 호출 구조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① 시스템 프롬프트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AI의 역할·규칙·출력 형식 지정</a:t>
            </a:r>
            <a:endParaRPr lang="en-US" sz="140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  예: '너는 뉴스 감성분석 전문가야'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② 유저 프롬프트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실제 분석할 데이터나 질문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③ 응답 (Response)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JSON, 텍스트, 코드 등 구조화된 출력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④ 배치 처리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for문으로 100~1000건 자동 분석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핵심 기법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프롬프트 엔지니어링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Zero-shot: 예시 없이 지시만으로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Few-shot: 2~5개 예시 제공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Chain-of-Thought: 단계별 사고 유도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JSON Mode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구조화된 출력 강제 → 자동 파싱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멀티모달 입력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텍스트 + 이미지를 함께 전송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예: 뉴스 사진 분석, 차트 해석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 미디어 활용 사례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783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자동 코딩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100건의 프레임, 감성, 논조를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자동 분류 (배치 처리)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 코더 대비 85~90% 일치도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54864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사진 분석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LLM으로 사진 속 인물 표현,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감정, 구도, 다양성 자동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Vogue 표지 피부톤 분석(The Pudding)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Whisper STT → LLM 자동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NYT: 수백 시간 인터뷰를 LLM으로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"물리적으로 불가능한 양을 AI가 처리"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43200"/>
            <a:ext cx="54864" cy="1783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팩트체크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ClaimBuster로 검증 필요 발언 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근거 자료 검색·대조·판정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자동화된 사실 검증 파이프라인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&amp; RAG 챗봇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임베딩에서 지식 기반 챗봇까지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임베딩과 벡터 데이터베이스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문장 임베딩이란?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문장을 고차원 벡터(숫자 배열)로 변환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의미가 비슷한 문장 → 가까운 벡터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핵심 모델: Sentence-BERT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코사인 유사도로 문장 간 거리 계산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활용 예시: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뉴스 기사 유사도 분석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댓글 클러스터링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표절/중복 기사 탐지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벡터 데이터베이스(Vector DB)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임베딩 벡터를 저장·검색하는 특수 DB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작동 원리: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① 문서를 청크(chunk)로 분할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② 각 청크를 벡터로 변환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③ 벡터 DB에 저장 (ChromaDB 등)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④ 질문 입력 시 유사 벡터 검색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→ 이것이 RAG의 핵심 인프라!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(Retrieval-Augmented Generation)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RAG란?  LLM이 외부 지식을 검색해서 답변에 활용하는 기법. 환각(Hallucination)을 줄이고 최신 정보를 반영할 수 있음.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240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수집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기사, 보고서,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 문서 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14884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21488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028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적절한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크기로 분할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14884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214884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22402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청크를 벡터로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변환·저장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214884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21488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2240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유사한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Top-K 검색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14884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214884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7726680" y="2240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문맥 + 질문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LLM이 답변 생성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에이전트 &amp; LangGraph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자율적으로 생각하고 행동하는 AI — 2026년의 핵심 키워드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에이전트(Agent)란 무엇인가?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LLM 에이전트: LLM이 도구(Tool)를 사용하고, 계획(Planning)을 세우고, 기억(Memory)을 활용하여 자율적으로 작업을 수행하는 시스템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추론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(Reasoning)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패턴: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생각(Thought)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행동(Action)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관찰(Observation)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반복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214884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14884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도구 사용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(Tool Use)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검색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읽기/쓰기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호출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실행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조회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2377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계획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(Planning)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작업을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소작업으로 분해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 리스트 생성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결정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214884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2148840"/>
            <a:ext cx="54864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기억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(Memory)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히스토리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단기/장기 기억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작업 결과 참조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학습과 적응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LangGraph: 에이전트 워크플로우 프레임워크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LangGraph란?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LangChain 팀이 개발한 에이전트 워크플로우 프레임워크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핵심 개념: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State: 워크플로우 전체에서 공유되는 상태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Node: 각 작업 단계 (함수)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Edge: 노드 간 연결 (순서)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Conditional Edge: 조건부 분기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→ 그래프 형태로 복잡한 AI 워크플로우를 설계·실행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54864" cy="3657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</a:rPr>
              <a:t>멀티 에이전트 시스템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여러 에이전트가 역할을 분담하여 협업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예시: 뉴스 분석 멀티에이전트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🔍 조사 에이전트: 웹 검색·정보 수집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📊 분석 에이전트: 데이터 정리·통계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✍️ 작성 에이전트: 보고서·기사 초안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✅ 검수 에이전트: 팩트체크·품질 검증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→ 공모전 프로젝트의 핵심 아키텍처!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Vertical AI &amp; </a:t>
            </a: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 목적 AI </a:t>
            </a:r>
            <a:r>
              <a:rPr lang="en-US" sz="14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r>
              <a:rPr lang="en-US" sz="14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Vertical AI: 특수 목적 AI 서비스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Vertical AI = 특정 도메인에 특화된 AI 서비스. 범용 LLM + 도메인 지식(RAG) + 에이전트 워크플로우 + 사용자 인터페이스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📰 뉴스 윤리 검증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입력 → AI가 14개 윤리 기준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검증 → 위반 항목·근거 제시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한국언론진흥재단 연계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5740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🗳️ 선거 공약 비교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후보별 공약 DB(RAG) 구축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쟁점별 비교·분석 챗봇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유권자 맞춤형 정보 제공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54864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미디어 리터러시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가짜뉴스 판별 훈련 챗봇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대화 로그 기반 학습 효과 측정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현장 배포 가능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4747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7472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🎬 콘텐츠 기획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분석 → 콘텐츠 아이디어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대본 초안 → 섬네일 제안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 워크플로우 자동화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2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전략: 문제 정의 → 프로토타입 → 발표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이종혁 · 경희대 미디어학과 · 인공지능과 미디어 (2026)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868680"/>
            <a:ext cx="8229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868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해결할 실제 문제를 명확하게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이것이 중요한가?"에 답할 것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수혜자를 구체적으로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7772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7724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3154680" y="868680"/>
            <a:ext cx="8229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868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설계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18288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+ 에이전트 + UI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선정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워크플로우 다이어그램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77240"/>
            <a:ext cx="54864" cy="3474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0" y="868680"/>
            <a:ext cx="8229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868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8288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Gradio/Streamlit으로 빠르게 구현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먼저 → 점진적 확장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Hugging Face Spaces 배포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7772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77724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868680"/>
            <a:ext cx="8229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868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18288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영상 (2~3분)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문서 (아키텍처 + 코드)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+ 성과 지표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2853</Words>
  <Application>Microsoft Office PowerPoint</Application>
  <PresentationFormat>화면 슬라이드 쇼(16:9)</PresentationFormat>
  <Paragraphs>468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인공지능과 미디어 (2026)</dc:title>
  <dc:subject>PptxGenJS Presentation</dc:subject>
  <dc:creator>이종혁</dc:creator>
  <cp:lastModifiedBy>jh</cp:lastModifiedBy>
  <cp:revision>7</cp:revision>
  <dcterms:created xsi:type="dcterms:W3CDTF">2026-03-01T11:50:23Z</dcterms:created>
  <dcterms:modified xsi:type="dcterms:W3CDTF">2026-03-01T12:50:17Z</dcterms:modified>
</cp:coreProperties>
</file>